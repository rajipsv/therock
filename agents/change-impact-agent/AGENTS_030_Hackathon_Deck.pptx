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AGENTS_030 — Change Impact Agent for TheRock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Evaluates infrastructure changes • predicts impact • suggests safer rollout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Hackathon use case (AGENTS_030)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Create an agent that evaluates planned infrastructure changes</a:t>
            </a:r>
          </a:p>
          <a:p>
            <a:pPr>
              <a:defRPr sz="1700"/>
            </a:pPr>
            <a:r>
              <a:t>(patches, config updates, deployments), predicts potential impacts</a:t>
            </a:r>
          </a:p>
          <a:p>
            <a:pPr>
              <a:defRPr sz="1700"/>
            </a:pPr>
            <a:r>
              <a:t>using historical incidents, and suggests safer rollout strategies.</a:t>
            </a:r>
          </a:p>
          <a:p>
            <a:pPr>
              <a:defRPr sz="1700"/>
            </a:pPr>
            <a:endParaRPr/>
          </a:p>
          <a:p>
            <a:pPr>
              <a:defRPr sz="1700"/>
            </a:pPr>
            <a:r>
              <a:t>Our implementation: change-impact-agent (pre-merge) + log-analysis-agent (post-CI incidents).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description — What, Why,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What: Agent evaluates planned ROCm/TheRock changes (patches, CI config, packaging) before merge.</a:t>
            </a:r>
          </a:p>
          <a:p>
            <a:pPr>
              <a:defRPr sz="1800"/>
            </a:pPr>
            <a:r>
              <a:t>Why: Infrastructure PRs are high-risk — wrong rollout scope wastes GPU CI or ships regressions.</a:t>
            </a:r>
          </a:p>
          <a:p>
            <a:pPr>
              <a:defRPr sz="1800"/>
            </a:pPr>
            <a:r>
              <a:t>How: Deterministic pipeline (manifest → paths → content → topology → rollout); optional vLLM brief.</a:t>
            </a:r>
          </a:p>
          <a:p>
            <a:pPr>
              <a:defRPr sz="1800"/>
            </a:pPr>
            <a:r>
              <a:t>Output: report.json, report.html, executive_summary.md with severity, labels, rollout_strategy.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Team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TheRock Agents (AGENTS_030)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Rajeswari — your.email@example.com — Developer / architect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Member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[Name] — [email] — [role]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Member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[Name] — [email] — [role]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&amp;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Planned infrastructure changes (patches, config, deployments) land as TheRock PRs daily.</a:t>
            </a:r>
          </a:p>
          <a:p>
            <a:pPr>
              <a:defRPr sz="1600"/>
            </a:pPr>
            <a:r>
              <a:t>Patches: submodule / superrepo SHA bumps (e.g. rocm-libraries → miopen, hipblaslt).</a:t>
            </a:r>
          </a:p>
          <a:p>
            <a:pPr>
              <a:defRPr sz="1600"/>
            </a:pPr>
            <a:r>
              <a:t>Config updates: CI test-matrix timeouts, disabled jobs, artifact TOML, third-party CMake.</a:t>
            </a:r>
          </a:p>
          <a:p>
            <a:pPr>
              <a:defRPr sz="1600"/>
            </a:pPr>
            <a:r>
              <a:t>Deployments: which test:* suites and test_filter:* depth to run across multi_arch_ci GPU farms.</a:t>
            </a:r>
          </a:p>
          <a:p>
            <a:pPr>
              <a:defRPr sz="1600"/>
            </a:pPr>
            <a:r>
              <a:t>Teams lack a unified pre-merge view of blast radius, past failure patterns, and safe rollout order.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solutions, gap, difficulty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Existing: manifest-</a:t>
            </a:r>
            <a:r>
              <a:rPr dirty="0" err="1"/>
              <a:t>diff.yml</a:t>
            </a:r>
            <a:r>
              <a:rPr dirty="0"/>
              <a:t> (CI), assistant-librarian (bump PRs), manual review, ad-hoc log grep.</a:t>
            </a:r>
          </a:p>
          <a:p>
            <a:pPr>
              <a:defRPr sz="1600"/>
            </a:pPr>
            <a:r>
              <a:rPr dirty="0"/>
              <a:t>Gap: No agent ties planned change → topology blast radius → historical CI incidents → rollout plan.</a:t>
            </a:r>
          </a:p>
          <a:p>
            <a:pPr>
              <a:defRPr sz="1600"/>
            </a:pPr>
            <a:r>
              <a:rPr dirty="0"/>
              <a:t>Difficulty: </a:t>
            </a:r>
            <a:r>
              <a:rPr dirty="0" err="1"/>
              <a:t>Superrepo</a:t>
            </a:r>
            <a:r>
              <a:rPr dirty="0"/>
              <a:t> drill-down needs GitHub API; topology is domain-specific; incidents live in scattered logs.</a:t>
            </a:r>
          </a:p>
          <a:p>
            <a:pPr>
              <a:defRPr sz="1600"/>
            </a:pPr>
            <a:r>
              <a:rPr dirty="0"/>
              <a:t>Importance: MI300-class CI is expensive — staged rollout (canary </a:t>
            </a:r>
            <a:r>
              <a:rPr dirty="0" err="1"/>
              <a:t>gfx</a:t>
            </a:r>
            <a:r>
              <a:rPr dirty="0"/>
              <a:t>) is mandatory at </a:t>
            </a:r>
            <a:r>
              <a:rPr dirty="0" err="1"/>
              <a:t>ROCm</a:t>
            </a:r>
            <a:r>
              <a:rPr dirty="0"/>
              <a:t>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hackathon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Users: ROCm/TheRock maintainers, CI owners, release/integration engineers, fork contributors.</a:t>
            </a:r>
          </a:p>
          <a:p>
            <a:pPr>
              <a:defRPr sz="1800"/>
            </a:pPr>
            <a:r>
              <a:t>Stakeholders: AMD ROCm platform team, open-source reviewers, hackathon judges evaluating agent tooling.</a:t>
            </a:r>
          </a:p>
          <a:p>
            <a:pPr>
              <a:defRPr sz="1800"/>
            </a:pPr>
            <a:r>
              <a:t>Market: Enterprise GPU software stacks with monorepo/superrepo CI (ROCm, large ML infra repos).</a:t>
            </a:r>
          </a:p>
          <a:p>
            <a:pPr>
              <a:defRPr sz="1800"/>
            </a:pPr>
            <a:r>
              <a:t>Hackathon challenge: AGENTS_030 — AI agents for developer productivity on AMD MI300 / TheRock ecosystem.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Solution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→ implementation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3642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How we deliver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Evaluate patches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Manifest + superrepo component diff (--full-manifest)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Evaluate config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content_diff.py — CI matrix timeouts, artifact TOML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Evaluate deployments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ci_mapping.py — test:* labels, test_filter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Predict potential impacts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impact_graph.py + BUILD_TOPOLOGY.toml severity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Historical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log-analysis-agent failure KB (patterns + resolutions)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Sibling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Safer rollout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rollout_strategy — canary gfx + staged test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 /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EVALUATE: PR or git range → manifest, paths, CI content, superrepo components.</a:t>
            </a:r>
          </a:p>
          <a:p>
            <a:pPr>
              <a:defRPr sz="1600"/>
            </a:pPr>
            <a:r>
              <a:t>2. PREDICT: Map changes onto BUILD_TOPOLOGY.toml → severity, blast radius, build stages.</a:t>
            </a:r>
          </a:p>
          <a:p>
            <a:pPr>
              <a:defRPr sz="1600"/>
            </a:pPr>
            <a:r>
              <a:t>3. INCIDENTS: Post-CI, log-analysis-agent matches failure_kb patterns; feeds future triage.</a:t>
            </a:r>
          </a:p>
          <a:p>
            <a:pPr>
              <a:defRPr sz="1600"/>
            </a:pPr>
            <a:r>
              <a:t>4. ROLLOUT: rollout_strategy + test:* / test_filter:* labels (canary gfx family first).</a:t>
            </a:r>
          </a:p>
          <a:p>
            <a:pPr>
              <a:defRPr sz="1600"/>
            </a:pPr>
            <a:r>
              <a:t>5. REPORT: report.json + report.html + executive_summary.md (optional vLLM brief).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approach (agents, not chat-only)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Agent-assisted pipeline: fixed tool order for reliability; LLM optional for prose only.</a:t>
            </a:r>
          </a:p>
          <a:p>
            <a:pPr>
              <a:defRPr sz="1600"/>
            </a:pPr>
            <a:r>
              <a:t>Pre-merge agent (change-impact): evaluate → predict topology impact → recommend rollout.</a:t>
            </a:r>
          </a:p>
          <a:p>
            <a:pPr>
              <a:defRPr sz="1600"/>
            </a:pPr>
            <a:r>
              <a:t>Post-failure agent (log-analysis): vectorless/keyword KB retrieval over historical CI incidents.</a:t>
            </a:r>
          </a:p>
          <a:p>
            <a:pPr>
              <a:defRPr sz="1600"/>
            </a:pPr>
            <a:r>
              <a:t>Optional vLLM + Qwen3-30B-A3B: reviewer brief from pre-computed JSON (summarize.py).</a:t>
            </a:r>
          </a:p>
          <a:p>
            <a:pPr>
              <a:defRPr sz="1600"/>
            </a:pPr>
            <a:r>
              <a:t>No fine-tuning; no vector RAG for topology — BUILD_TOPOLOGY.toml is source of truth.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Safer rollout strategies (built-in)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CRITICAL/HIGH severity → canary one GPU family (gfx110X) then full multi_arch_ci matrix.</a:t>
            </a:r>
          </a:p>
          <a:p>
            <a:pPr>
              <a:defRPr sz="1600"/>
            </a:pPr>
            <a:r>
              <a:t>MEDIUM → canary gfx + component-specific test:* labels (e.g. test:miopen).</a:t>
            </a:r>
          </a:p>
          <a:p>
            <a:pPr>
              <a:defRPr sz="1600"/>
            </a:pPr>
            <a:r>
              <a:t>CI-only / packaging → test_filter:quick + manifest-diff sibling job.</a:t>
            </a:r>
          </a:p>
          <a:p>
            <a:pPr>
              <a:defRPr sz="1600"/>
            </a:pPr>
            <a:r>
              <a:t>HIGH+ may add ci:run-all-archs label recommendation.</a:t>
            </a:r>
          </a:p>
          <a:p>
            <a:pPr>
              <a:defRPr sz="1600"/>
            </a:pPr>
            <a:r>
              <a:t>Advisory only — humans apply labels; agent does not trigger CI or deploy.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3.10+, Git, GitHub REST API, Jinja2 HTML reports.</a:t>
            </a:r>
          </a:p>
          <a:p>
            <a:pPr>
              <a:defRPr sz="1800"/>
            </a:pPr>
            <a:r>
              <a:t>vLLM on AMD MI300X (Qwen/Qwen3-30B-A3B), OpenAI client, optional Ollama.</a:t>
            </a:r>
          </a:p>
          <a:p>
            <a:pPr>
              <a:defRPr sz="1800"/>
            </a:pPr>
            <a:r>
              <a:t>GitHub Actions: change-impact-agent.yml, change-impact-upstream-scan.yml.</a:t>
            </a:r>
          </a:p>
          <a:p>
            <a:pPr>
              <a:defRPr sz="1800"/>
            </a:pPr>
            <a:r>
              <a:t>pytest unit tests (15+ for change-impact); Jupyter hackathon_demo.ipynb.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historical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Infrastructure source of truth: ROCm/TheRock — BUILD_TOPOLOGY.toml, manifests, CI scripts.</a:t>
            </a:r>
          </a:p>
          <a:p>
            <a:pPr>
              <a:defRPr sz="1600"/>
            </a:pPr>
            <a:r>
              <a:t>Validated change sets: PR #5572 (config), #5688 (config+packaging), #5480 (packaging), #5718 (patch).</a:t>
            </a:r>
          </a:p>
          <a:p>
            <a:pPr>
              <a:defRPr sz="1600"/>
            </a:pPr>
            <a:r>
              <a:t>Historical incidents: log-analysis-agent/knowledge/patterns.json + resolutions.jsonl.</a:t>
            </a:r>
          </a:p>
          <a:p>
            <a:pPr>
              <a:defRPr sz="1600"/>
            </a:pPr>
            <a:r>
              <a:t>Real GHA log corpus: upstream run-27270735424; keyword + optional FAISS hybrid retrieval.</a:t>
            </a:r>
          </a:p>
          <a:p>
            <a:pPr>
              <a:defRPr sz="1600"/>
            </a:pPr>
            <a:r>
              <a:t>Committed sample-runs/ — full reports per PR for judges (no live API needed).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during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change-impact-agent: analyze.py, summarize.py, upstream_pr_scan.py, topology_audit.py, 7 analysis bridges.</a:t>
            </a:r>
          </a:p>
          <a:p>
            <a:pPr>
              <a:defRPr sz="1600"/>
            </a:pPr>
            <a:r>
              <a:t>log-analysis-agent: analyze_log.py, presets, GitHub log fetch, GHA workflows.</a:t>
            </a:r>
          </a:p>
          <a:p>
            <a:pPr>
              <a:defRPr sz="1600"/>
            </a:pPr>
            <a:r>
              <a:t>document-comparison-agent &amp; earnings-ir-agent: additional AMD TCS demos ported to agents/.</a:t>
            </a:r>
          </a:p>
          <a:p>
            <a:pPr>
              <a:defRPr sz="1600"/>
            </a:pPr>
            <a:r>
              <a:t>Docs: README, SCOPE, PRESENTATION, notebook walkthrough, pre-generated sample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Technical Details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Primary (optional LLM): Qwen/Qwen3-30B-A3B via vLLM — served-model-name Qwen3-30B-A3B.</a:t>
            </a:r>
          </a:p>
          <a:p>
            <a:pPr>
              <a:defRPr sz="1800"/>
            </a:pPr>
            <a:r>
              <a:t>Inference: OpenAI-compatible /v1/chat/completions; temperature 0.2 for summaries.</a:t>
            </a:r>
          </a:p>
          <a:p>
            <a:pPr>
              <a:defRPr sz="1800"/>
            </a:pPr>
            <a:r>
              <a:t>Fine-tuning: None — not required; core value is deterministic analysis.</a:t>
            </a:r>
          </a:p>
          <a:p>
            <a:pPr>
              <a:defRPr sz="1800"/>
            </a:pPr>
            <a:r>
              <a:t>Default path: Template executive summary (zero GPU, instant).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analyze.py (typical PR, no --full-manifest): ~30–90 s (git + GitHub API).</a:t>
            </a:r>
          </a:p>
          <a:p>
            <a:pPr>
              <a:defRPr sz="1600"/>
            </a:pPr>
            <a:r>
              <a:t>--full-manifest superrepo drill-down (#5718): several minutes (GitHub compare + commits).</a:t>
            </a:r>
          </a:p>
          <a:p>
            <a:pPr>
              <a:defRPr sz="1600"/>
            </a:pPr>
            <a:r>
              <a:t>summarize.py template: &lt;1 s; vLLM brief: ~30–120 s depending on report size.</a:t>
            </a:r>
          </a:p>
          <a:p>
            <a:pPr>
              <a:defRPr sz="1600"/>
            </a:pPr>
            <a:r>
              <a:t>Concurrency: CLI/batch via upstream_pr_scan.py; GHA dispatch for upstream scan.</a:t>
            </a:r>
          </a:p>
          <a:p>
            <a:pPr>
              <a:defRPr sz="1600"/>
            </a:pPr>
            <a:r>
              <a:t>End-to-end: PR number → HTML report in one command.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usage (MI300 / vLLM)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GPU required only for optional LLM summaries and notebook demos — not for core analyze.py.</a:t>
            </a:r>
          </a:p>
          <a:p>
            <a:pPr>
              <a:defRPr sz="1800"/>
            </a:pPr>
            <a:r>
              <a:t>vLLM launch: Qwen3-30B-A3B, port 8000, --enable-auto-tool-choice --tool-call-parser hermes.</a:t>
            </a:r>
          </a:p>
          <a:p>
            <a:pPr>
              <a:defRPr sz="1800"/>
            </a:pPr>
            <a:r>
              <a:t>Memory: ~30B MoE model — fits MI300 class GPU with vLLM; watch rocm-smi during serve.</a:t>
            </a:r>
          </a:p>
          <a:p>
            <a:pPr>
              <a:defRPr sz="1800"/>
            </a:pPr>
            <a:r>
              <a:t>Energy: Targeted test:* recommendations reduce wasted multi_arch_ci GPU hours (indirect savings).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evidence — real upstream PRs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Change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Predicted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Safer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Config (CI timeout)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 — miopen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Canary gfx + test:miopen, test_filter:quick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Config +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 — hipDNN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Canary gfx + test:hipdnn, test_filter:quick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Packaging / third-party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 packaging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test_filter:quick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Patch (superrepo bump)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Multi-component blast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Canary gfx + component-scoped test:*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&amp; value (use case outcomes)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Evaluate faster: patches, config, and deployment scope auto-classified per PR.</a:t>
            </a:r>
          </a:p>
          <a:p>
            <a:pPr>
              <a:defRPr sz="1600"/>
            </a:pPr>
            <a:r>
              <a:t>Predict smarter: topology blast radius + severity score before any GPU CI runs.</a:t>
            </a:r>
          </a:p>
          <a:p>
            <a:pPr>
              <a:defRPr sz="1600"/>
            </a:pPr>
            <a:r>
              <a:t>Learn from incidents: log-analysis-agent KB closes the loop when CI fails.</a:t>
            </a:r>
          </a:p>
          <a:p>
            <a:pPr>
              <a:defRPr sz="1600"/>
            </a:pPr>
            <a:r>
              <a:t>Roll out safer: canary gfx + staged test_filter (quick → standard → full).</a:t>
            </a:r>
          </a:p>
          <a:p>
            <a:pPr>
              <a:defRPr sz="1600"/>
            </a:pPr>
            <a:r>
              <a:t>Productivity: minutes of triage → seconds; fewer wasted MI300 CI hours.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Wire failure_kb into pre-merge analyze.py (incident-aware rollout warnings).</a:t>
            </a:r>
          </a:p>
          <a:p>
            <a:pPr>
              <a:defRPr sz="1600"/>
            </a:pPr>
            <a:r>
              <a:t>Merge agent workflows upstream to ROCm/TheRock; scheduled upstream PR scan.</a:t>
            </a:r>
          </a:p>
          <a:p>
            <a:pPr>
              <a:defRPr sz="1600"/>
            </a:pPr>
            <a:r>
              <a:t>Auto-append resolutions.jsonl from post-CI triage → richer historical prediction.</a:t>
            </a:r>
          </a:p>
          <a:p>
            <a:pPr>
              <a:defRPr sz="1600"/>
            </a:pPr>
            <a:r>
              <a:t>Deeper multi_arch_ci canary integration; maintainer-gated label application.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Code (agent): https://github.com/rajipsv/TheRock/tree/feature/change-impact-agent/agents/change-impact-agent</a:t>
            </a:r>
          </a:p>
          <a:p>
            <a:pPr>
              <a:defRPr sz="1400"/>
            </a:pPr>
            <a:r>
              <a:t>Repo branch: https://github.com/rajipsv/TheRock/tree/feature/change-impact-agent</a:t>
            </a:r>
          </a:p>
          <a:p>
            <a:pPr>
              <a:defRPr sz="1400"/>
            </a:pPr>
            <a:r>
              <a:t>Sample reports: https://github.com/rajipsv/TheRock/tree/feature/change-impact-agent/agents/change-impact-agent/sample-runs</a:t>
            </a:r>
          </a:p>
          <a:p>
            <a:pPr>
              <a:defRPr sz="1400"/>
            </a:pPr>
            <a:r>
              <a:t>Demo video: https://your-demo-video-url  ← replace after recording</a:t>
            </a:r>
          </a:p>
          <a:p>
            <a:pPr>
              <a:defRPr sz="1400"/>
            </a:pPr>
            <a:r>
              <a:t>Notebook: agents/change-impact-agent/notebook/hackathon_demo.ipynb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1617</Words>
  <Application>Microsoft Office PowerPoint</Application>
  <PresentationFormat>On-screen Show (4:3)</PresentationFormat>
  <Paragraphs>156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AGENTS_030 — Change Impact Agent for TheRock</vt:lpstr>
      <vt:lpstr>Hackathon use case (AGENTS_030)</vt:lpstr>
      <vt:lpstr>Short description — What, Why, How</vt:lpstr>
      <vt:lpstr>Team</vt:lpstr>
      <vt:lpstr>2. Problem &amp; Context</vt:lpstr>
      <vt:lpstr>Problem statement</vt:lpstr>
      <vt:lpstr>Current solutions, gap, difficulty</vt:lpstr>
      <vt:lpstr>Target users &amp; hackathon mapping</vt:lpstr>
      <vt:lpstr>3. Solution Overview</vt:lpstr>
      <vt:lpstr>Use case → implementation mapping</vt:lpstr>
      <vt:lpstr>Solution architecture / workflow</vt:lpstr>
      <vt:lpstr>AI approach (agents, not chat-only)</vt:lpstr>
      <vt:lpstr>Safer rollout strategies (built-in)</vt:lpstr>
      <vt:lpstr>Key technologies</vt:lpstr>
      <vt:lpstr>Datasets &amp; historical incidents</vt:lpstr>
      <vt:lpstr>Built during hackathon</vt:lpstr>
      <vt:lpstr>4. Technical Details</vt:lpstr>
      <vt:lpstr>Models</vt:lpstr>
      <vt:lpstr>Performance &amp; pipeline</vt:lpstr>
      <vt:lpstr>GPU usage (MI300 / vLLM)</vt:lpstr>
      <vt:lpstr>Use case evidence — real upstream PRs</vt:lpstr>
      <vt:lpstr>5. Summary</vt:lpstr>
      <vt:lpstr>Expected impact &amp; value (use case outcomes)</vt:lpstr>
      <vt:lpstr>Future work</vt:lpstr>
      <vt:lpstr>Links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Rajeswari Ponnuru</cp:lastModifiedBy>
  <cp:revision>3</cp:revision>
  <dcterms:created xsi:type="dcterms:W3CDTF">2013-01-27T09:14:16Z</dcterms:created>
  <dcterms:modified xsi:type="dcterms:W3CDTF">2026-06-17T21:05:00Z</dcterms:modified>
  <cp:category/>
</cp:coreProperties>
</file>